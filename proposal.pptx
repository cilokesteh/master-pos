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Digitalisasi Bisnis 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1A1AA"/>
                </a:solidFill>
              </a:defRPr>
            </a:pPr>
            <a:r>
              <a:t>POS Kasir + Website Profesional — Sekali Bayar, Tanpa Biaya Bulanan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717A"/>
                </a:solidFill>
              </a:defRPr>
            </a:pPr>
            <a:r>
              <a:t>Solusi Digital untuk Pengusaha Indonesia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Kenapa Digitalisasi?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32004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⏱ Hemat Waktu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Kasir otomatis, laporan real-time, gak perlu rekap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32004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🔒 Data Aman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Tersimpan di cloud, login terproteksi, aman dari kehilangan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2004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🌐 Go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9260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Website toko + POS dalam satu paket, pelanggan bisa lihat katalog dari rumah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💳 Paket POS Kasir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Basic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11D8F"/>
                </a:solidFill>
              </a:defRPr>
            </a:pPr>
            <a:r>
              <a:t>Rp 750K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POS kasir full fitur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Manajemen produk &amp; stok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Multi Payment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Struk + PDF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Laporan komplit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Standard 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11D8F"/>
                </a:solidFill>
              </a:defRPr>
            </a:pPr>
            <a:r>
              <a:t>Rp 2,5Jt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Semua Basic +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🌐 Website company profile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Domain gratis 1 tahun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Kustomisasi tema &amp; logo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Training + support 1 bulan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11D8F"/>
                </a:solidFill>
              </a:defRPr>
            </a:pPr>
            <a:r>
              <a:t>Rp 5Jt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Semua Standard +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Full custom UI &amp; brand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Payment gateway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Multi-cabang/user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Maintenance 3 bulan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🌐 Paket Pembuatan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7316"/>
                </a:solidFill>
              </a:defRPr>
            </a:pPr>
            <a:r>
              <a:t>Rp 899K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1 halaman landing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Domain .com 1 tahun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Hosting gratis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Mobile responsive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Tombol WA + Maps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SEO friendly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Company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7316"/>
                </a:solidFill>
              </a:defRPr>
            </a:pPr>
            <a:r>
              <a:t>Rp 2Jt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5 halaman profesional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Domain .com 1 tahun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Email bisnis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Katalog produk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SEO + Google Analytics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Maintenance 1 bulan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371600"/>
            <a:ext cx="3474720" cy="475488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Toko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97316"/>
                </a:solidFill>
              </a:defRPr>
            </a:pPr>
            <a:r>
              <a:t>Rp 3,5Jt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175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Semua fitur Company +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🛒 Katalog + keranjang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Pembayaran otomatis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Manajemen pesanan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Sync stok dgn POS</a:t>
            </a:r>
          </a:p>
          <a:p>
            <a:pPr>
              <a:spcAft>
                <a:spcPts val="600"/>
              </a:spcAft>
              <a:defRPr sz="1300">
                <a:solidFill>
                  <a:srgbClr val="A1A1AA"/>
                </a:solidFill>
              </a:defRPr>
            </a:pPr>
            <a:r>
              <a:t>✅ Maintenance 1 bulan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🎁 Bundle Spesial — Hemat 20-30%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743200"/>
            <a:ext cx="8229600" cy="3200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POS Standard + Website 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1A1AA"/>
                </a:solidFill>
              </a:defRPr>
            </a:pPr>
            <a:r>
              <a:t>Normal: Rp 4,5Jt → Hemat Rp 1Juta!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11D8F"/>
                </a:solidFill>
              </a:defRPr>
            </a:pPr>
            <a:r>
              <a:t>Cukup Rp 3.500.000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</a:defRPr>
            </a:pPr>
            <a:r>
              <a:t>✓ Domain gratis 2 tahun  ✓ Sync stok website ↔ POS  ✓ Training gratis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📊 Perbandingan Harga (Per Tahun)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17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</a:defRPr>
            </a:pPr>
            <a:r>
              <a:t>Kasir Pintar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1A1AA"/>
                </a:solidFill>
              </a:defRPr>
            </a:pPr>
            <a:r>
              <a:t>Rp 3,5Jt - 7Jt / tahun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417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</a:defRPr>
            </a:pPr>
            <a:r>
              <a:t>Langganan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</a:defRPr>
            </a:pPr>
            <a:r>
              <a:t>Cazh POS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1A1AA"/>
                </a:solidFill>
              </a:defRPr>
            </a:pPr>
            <a:r>
              <a:t>Rp 1,2Jt - 6Jt / tahun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</a:defRPr>
            </a:pPr>
            <a:r>
              <a:t>Langganan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</a:defRPr>
            </a:pPr>
            <a:r>
              <a:t>Tantri 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880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1A1AA"/>
                </a:solidFill>
              </a:defRPr>
            </a:pPr>
            <a:r>
              <a:t>Rp 2,6Jt / tahun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</a:defRPr>
            </a:pPr>
            <a:r>
              <a:t>Langganan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611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4E4E7"/>
                </a:solidFill>
              </a:defRPr>
            </a:pPr>
            <a:r>
              <a:t>Moka POS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1A1AA"/>
                </a:solidFill>
              </a:defRPr>
            </a:pPr>
            <a:r>
              <a:t>Rp 3,6Jt - 12Jt / tahun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11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</a:defRPr>
            </a:pPr>
            <a:r>
              <a:t>Langganan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97680"/>
            <a:ext cx="9144000" cy="548640"/>
          </a:xfrm>
          <a:prstGeom prst="rect">
            <a:avLst/>
          </a:prstGeom>
          <a:solidFill>
            <a:srgbClr val="E11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🔥 POS Kami (Basic)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8F"/>
                </a:solidFill>
              </a:defRPr>
            </a:pPr>
            <a:r>
              <a:t>Rp 750RB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SEKALI BAYAR!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solidFill>
            <a:srgbClr val="E11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🔥 POS Kami (Standard)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8F"/>
                </a:solidFill>
              </a:defRPr>
            </a:pPr>
            <a:r>
              <a:t>Rp 2,5Jt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074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SEKALI BAYAR!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✨ Fitur Lengkap POS Kasir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🔐 Login Aman — Firebase Auth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137160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📦 Manajemen Produk &amp; Stok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🛒 Kasir Cepat — Klik &amp; Bayar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💳 Multi Payment — Cash/QRIS/Transfer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6032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🖨 Struk Thermal 58/80mm + PDF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📊 Laporan Harian s/d Tahunan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749039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🏆 Best Seller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749039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9319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📋 Riwayat Transaksi + Reprint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49039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93191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⚠️ Alert Stok Menipis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93776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🎨 8 Tema Warna Customizable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93776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📱 Mobile Responsive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937760"/>
            <a:ext cx="3291840" cy="9144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51206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4E4E7"/>
                </a:solidFill>
              </a:defRPr>
            </a:pPr>
            <a:r>
              <a:t>📈 Export Excel Semua Laporan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Mengapa Pilih Kami?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45920"/>
            <a:ext cx="411480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⚡ Cepat Jadi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POS siap pakai dalam 1-2 hari. Tinggal ganti config, deploy.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411480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💰 Harga Bersahabat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Sekali bayar, bukan langganan bulanan.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931920"/>
            <a:ext cx="411480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4206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☁️ Cloud 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846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Akses dari mana aja, data aman di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411480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206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🎧 Support Langsung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</a:defRPr>
            </a:pPr>
            <a:r>
              <a:t>WA kapan aja, bantu setup &amp; 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❓ FAQ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475488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❓ Bisa dipakai di HP?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</a:defRPr>
            </a:pPr>
            <a:r>
              <a:t>Ya! Web-based &amp; responsive — HP, laptop, tablet semua jalan.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475488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❓ Ada biaya bulanan?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</a:defRPr>
            </a:pPr>
            <a:r>
              <a:t>Tidak. Sekali bayar. Hanya domain ~200rb/tahun.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931920"/>
            <a:ext cx="475488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❓ Gak ada internet?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</a:defRPr>
            </a:pPr>
            <a:r>
              <a:t>Butuh koneksi. Tapi ringan, bisa pake hotspot HP.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931920"/>
            <a:ext cx="4754880" cy="18288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❓ Mau nambah fitur?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1A1AA"/>
                </a:solidFill>
              </a:defRPr>
            </a:pPr>
            <a:r>
              <a:t>Bisa, dihitung terpisah. Konsultasi gratis via WA.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Tertarik?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1A1AA"/>
                </a:solidFill>
              </a:defRPr>
            </a:pPr>
            <a:r>
              <a:t>Klik tombol di slide ini — Chat WhatsApp buat diskusi gratis!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4D399"/>
                </a:solidFill>
              </a:defRPr>
            </a:pPr>
            <a:r>
              <a:t>📞 0813-7355-599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1717A"/>
                </a:solidFill>
              </a:defRPr>
            </a:pPr>
            <a:r>
              <a:t>Fast respon • Konsultasi gratis • Tanpa kewajiban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